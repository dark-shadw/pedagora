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Diffusion Models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tutorial on denoising diffusion probabilistic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Diffusion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forward process gradually adds Gaussian noise to data over T timesteps.</a:t>
            </a:r>
          </a:p>
          <a:p/>
          <a:p>
            <a:r>
              <a:t>q(x_t | x_{t-1}) = N(x_t; sqrt(1-beta_t) * x_{t-1}, beta_t * I)</a:t>
            </a:r>
          </a:p>
          <a:p/>
          <a:p>
            <a:r>
              <a:t>As t -&gt; T, x_T approaches pure Gaussian noise.</a:t>
            </a:r>
          </a:p>
          <a:p>
            <a:r>
              <a:t>This is a Markov chain where each step only depends on the previous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Reverse Denoising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reverse process learns to denoise step by step.</a:t>
            </a:r>
          </a:p>
          <a:p/>
          <a:p>
            <a:r>
              <a:t>p_theta(x_{t-1} | x_t) = N(x_{t-1}; mu_theta(x_t, t), sigma_t^2 * I)</a:t>
            </a:r>
          </a:p>
          <a:p/>
          <a:p>
            <a:r>
              <a:t>A neural network (typically U-Net) predicts the noise epsilon_theta.</a:t>
            </a:r>
          </a:p>
          <a:p>
            <a:r>
              <a:t>The simplified training objective is: L_simple = E[||epsilon - epsilon_theta(x_t, t)||^2]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U-Net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r>
              <a:t>- Time embedding via sinusoidal positional encoding</a:t>
            </a:r>
          </a:p>
          <a:p>
            <a:r>
              <a:t>- ResNet blocks with group normalization</a:t>
            </a:r>
          </a:p>
          <a:p>
            <a:r>
              <a:t>- Self-attention at 16x16 resolution</a:t>
            </a:r>
          </a:p>
          <a:p>
            <a:r>
              <a:t>- Skip connections between encoder and decoder</a:t>
            </a:r>
          </a:p>
          <a:p/>
          <a:p>
            <a:r>
              <a:t>Model takes (x_t, t) as input and predicts epsilon (noise).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DDPM Sampling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 2 (Sampling):</a:t>
            </a:r>
          </a:p>
          <a:p>
            <a:r>
              <a:t>1. x_T ~ N(0, I)</a:t>
            </a:r>
          </a:p>
          <a:p>
            <a:r>
              <a:t>2. for t = T, ..., 1:</a:t>
            </a:r>
          </a:p>
          <a:p>
            <a:r>
              <a:t>   z ~ N(0, I) if t &gt; 1 else z = 0</a:t>
            </a:r>
          </a:p>
          <a:p>
            <a:r>
              <a:t>   x_{t-1} = (1/sqrt(alpha_t)) * (x_t - (beta_t/sqrt(1-alpha_bar_t)) * epsilon_theta(x_t, t)) + sigma_t * z</a:t>
            </a:r>
          </a:p>
          <a:p>
            <a:r>
              <a:t>3. return x_0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